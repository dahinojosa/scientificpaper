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babf2f65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babf2f65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 amt="50000"/>
          </a:blip>
          <a:srcRect b="17656" l="-10842" r="-10842" t="538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80"/>
              <a:t>An Introduction to General Relativity: From Principles to Predictions</a:t>
            </a:r>
            <a:endParaRPr sz="398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Daniel Alejandro Hinojosa -- Universidad Tecmilenio</a:t>
            </a:r>
            <a:endParaRPr sz="2200"/>
          </a:p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" name="Google Shape;63;p14" title="image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975" y="403665"/>
            <a:ext cx="4275825" cy="4336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